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4" y="5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8892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417320"/>
            <a:ext cx="10607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300" b="1" dirty="0" err="1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数学建模</a:t>
            </a:r>
            <a:endParaRPr lang="en-US" sz="4300" dirty="0"/>
          </a:p>
          <a:p>
            <a:r>
              <a:rPr lang="zh-CN" altLang="en-US" sz="4300" b="1" dirty="0">
                <a:solidFill>
                  <a:srgbClr val="111111"/>
                </a:solidFill>
                <a:latin typeface="Aptos Display" pitchFamily="34" charset="0"/>
              </a:rPr>
              <a:t>小讨论</a:t>
            </a:r>
            <a:endParaRPr lang="en-US" sz="4300" b="1" dirty="0">
              <a:solidFill>
                <a:srgbClr val="111111"/>
              </a:solidFill>
              <a:latin typeface="Aptos Display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32461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 err="1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目标：统一</a:t>
            </a:r>
            <a:r>
              <a:rPr lang="zh-CN" altLang="en-US" sz="2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武器库</a:t>
            </a:r>
            <a:r>
              <a:rPr lang="en-US" sz="2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、节奏、协作规则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 err="1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第一次会议不急着定死分工；先把经验、现状、投入时间和训练</a:t>
            </a:r>
            <a:r>
              <a:rPr lang="zh-CN" altLang="en-US" sz="18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规划好</a:t>
            </a:r>
            <a:r>
              <a:rPr lang="en-US" sz="18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6236208"/>
            <a:ext cx="10817352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3550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数学建模队第一次线上会议  ·  1/6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303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上次参赛感受与经验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04088" y="105156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 err="1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每个人简单复盘：讲故事，而是提炼这次要避免</a:t>
            </a:r>
            <a:r>
              <a:rPr lang="en-US" sz="13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/复用的经验。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10287000" cy="4069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上次最顺的一点是什么？为什么顺？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上次最崩的一点是什么？卡在哪里？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你觉得最后影响成绩的关键因素是什么？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如果再来一次，最想提前准备什么？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这次最不希望队伍重蹈什么覆辙？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6236208"/>
            <a:ext cx="10817352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3550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数学建模队第一次线上会议  ·  2/6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303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各自技能与当前状态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04088" y="105156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先摸清底牌：光电 / 数学 / CS 背景不同，但不要被专业标签固定死。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10287000" cy="4069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我现在比较熟的技能是什么？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我比较不熟、但愿意补的技能是什么？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比赛中我更愿意承担哪些工作？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我最怕被分配到哪些工作？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暑假现实能投入多少时间？希望队友怎么配合？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6236208"/>
            <a:ext cx="10817352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3550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数学建模队第一次线上会议  ·  3/6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303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初步分工思路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04088" y="105156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不按“建模手 / 编程手 / 论文手”切死；三个人都参与判断，只是各有主责。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10287000" cy="4069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选题、主线、模型裁判、最终整合</a:t>
            </a: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。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代码、计算实验、AI</a:t>
            </a: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工具链、技术可行性判断。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论文结构、数学表达、学术规范、逻辑审稿</a:t>
            </a: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。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altLang="zh-CN" sz="2000" dirty="0" err="1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这个分工是否合理？哪些地方需要调整</a:t>
            </a: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？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每个人需要什么支持</a:t>
            </a: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6236208"/>
            <a:ext cx="10817352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3550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数学建模队第一次线上会议  ·  4/6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303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暑假训练节奏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04088" y="105156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总体建议：前松，中紧，后稳；不搞形式主义，但不能完全断线。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10287000" cy="4069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前期：每周一次 45–60 分钟小会，每人一个小交付。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中期：做 1–2 次半模拟，重点练拆题、主线、论文骨架。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8.30 后：集中专项冲刺，整理模板并做一次完整流程。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讨论：每周固定什么时候同步？每次同步多长？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会后：</a:t>
            </a:r>
            <a:r>
              <a:rPr lang="en-US" sz="2000" dirty="0" err="1">
                <a:solidFill>
                  <a:srgbClr val="111111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每个人自己拟一版训练计划，发到群里对齐</a:t>
            </a:r>
            <a:r>
              <a:rPr lang="en-US" sz="2000" dirty="0">
                <a:solidFill>
                  <a:srgbClr val="111111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。</a:t>
            </a:r>
          </a:p>
          <a:p>
            <a:pPr marL="0" indent="0">
              <a:buNone/>
            </a:pPr>
            <a:r>
              <a:rPr lang="zh-CN" altLang="en-US" sz="2000" b="1" dirty="0">
                <a:solidFill>
                  <a:srgbClr val="111111"/>
                </a:solidFill>
                <a:highlight>
                  <a:srgbClr val="FFFF00"/>
                </a:highlight>
                <a:latin typeface="Aptos" pitchFamily="34" charset="0"/>
              </a:rPr>
              <a:t>键</a:t>
            </a:r>
            <a:r>
              <a:rPr lang="en-US" altLang="zh-CN" sz="2000" b="1" dirty="0" err="1">
                <a:solidFill>
                  <a:srgbClr val="111111"/>
                </a:solidFill>
                <a:highlight>
                  <a:srgbClr val="FFFF00"/>
                </a:highlight>
                <a:latin typeface="Aptos" pitchFamily="34" charset="0"/>
              </a:rPr>
              <a:t>Github</a:t>
            </a:r>
            <a:r>
              <a:rPr lang="zh-CN" altLang="en-US" sz="2000" b="1" dirty="0">
                <a:solidFill>
                  <a:srgbClr val="111111"/>
                </a:solidFill>
                <a:highlight>
                  <a:srgbClr val="FFFF00"/>
                </a:highlight>
                <a:latin typeface="Aptos" pitchFamily="34" charset="0"/>
              </a:rPr>
              <a:t>仓库</a:t>
            </a:r>
            <a:endParaRPr lang="en-US" sz="2000" b="1" dirty="0">
              <a:highlight>
                <a:srgbClr val="FFFF00"/>
              </a:highlight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6236208"/>
            <a:ext cx="10817352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3550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数学建模队第一次线上会议  ·  5/6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303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协作规则与反对机制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10287000" cy="4069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每个关键方案必须有人提出风险点。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反对不是拆台，而是队伍的质量控制。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任何模型必须说明：输入、输出、假设、验证方法。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每次训练必须留下可复用材料：文档、代码、图、Prompt</a:t>
            </a: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或复盘</a:t>
            </a: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</a:t>
            </a:r>
            <a:r>
              <a:rPr lang="zh-CN" alt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工作流）</a:t>
            </a: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。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最后可以充分讨论，但需要有人拍板，避免无限争论。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6236208"/>
            <a:ext cx="10817352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3550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数学建模队第一次线上会议  ·  6/6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270</Words>
  <Application>Microsoft Office PowerPoint</Application>
  <PresentationFormat>宽屏</PresentationFormat>
  <Paragraphs>51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数学建模队第一次线上会议</dc:title>
  <dc:subject>数学建模队第一次线上会议</dc:subject>
  <dc:creator>ChatGPT</dc:creator>
  <cp:lastModifiedBy>涂 涂</cp:lastModifiedBy>
  <cp:revision>3</cp:revision>
  <dcterms:created xsi:type="dcterms:W3CDTF">2026-07-10T10:44:21Z</dcterms:created>
  <dcterms:modified xsi:type="dcterms:W3CDTF">2026-07-10T12:32:17Z</dcterms:modified>
</cp:coreProperties>
</file>